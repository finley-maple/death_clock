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58"/>
  </p:normalViewPr>
  <p:slideViewPr>
    <p:cSldViewPr snapToGrid="0">
      <p:cViewPr>
        <p:scale>
          <a:sx n="71" d="100"/>
          <a:sy n="71" d="100"/>
        </p:scale>
        <p:origin x="312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AC00-4E38-3F56-640F-BAB70E253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DE9F8-5205-6A84-B793-15AE4EAA5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CEA1-4357-6923-BBD3-70EE5A35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C4EA7-C901-A0DB-823B-20461AFA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9BEF9-B6F9-2B15-7E01-F81CC123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486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7BC6-0496-205D-16A1-BA3479A7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A0524-44EB-CC1A-AB06-2BDE924B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83DCA-F6B0-1C74-8243-F39C283A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9169B-01B5-4257-DF67-D0BF3127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A5C3-F096-35CD-6F70-1F954BC0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215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0287-6F65-A993-68A8-C4E95D56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99C3D-3E02-19DA-5862-4C762B71E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62280-05E4-8940-1C26-B29E1228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75C1C-577F-72CB-D1BC-FF74B7F3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D2EC-1BD2-0A7D-3258-9C2AFA33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050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F06E-F4F9-CC2E-2636-53C2C4A3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45C0-0859-FA26-A55B-2B6950D85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91C08-5DA9-5921-CD34-54CBA9EFE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42F84-9171-494D-6849-237A0C13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48FD1-388D-0A41-BE54-A4981F33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0C38B-CAEC-252B-EF13-1E035AD2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374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F4FA-3D75-7BAC-8984-877E73F7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6B889-CF29-ECA9-E455-CF7969CF3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EBF48-C7E0-9E1F-5402-D08FCFF35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B7771-2B2F-C9CA-A70C-3C0128434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EDF66-7806-FCA0-E737-523720E58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D255B-3D0A-D007-7CCD-287314CD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05841-3918-46E4-0BC3-66B0458E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E38C6-72D1-0AEF-8D3C-5874A14B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67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2EB7-0496-C77F-1313-25E3C83E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F6F7F-0EF1-D5C8-47E0-9C2EE660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76BF8-4822-1CF9-65FA-2AC20F57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6CBE6-B033-2EA0-CBA7-CE7A6E53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73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689D9-F794-A144-7416-C78021196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F40A2B-821D-AB5C-F33B-4DDA4C76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3532-B81A-19AE-002C-37D8FD3B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057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2734-F7DA-8091-89FB-44A84B08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DD7C1-A8EC-2011-A0C6-9C2386C04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DB6E3-1972-29D9-1849-2BB7949F5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8C14C-DEFC-FCA3-ED0E-FB67A083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0B2A3-17A7-F7F5-C586-5A1C762B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6D751-B385-AF63-B37A-249F20F5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2258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6C5D-7B7F-9520-3E80-AAE1EB8D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06A33-D045-03A0-F8B7-31140E3A6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62612-D96E-87EF-DE02-8562B9E35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5389-F637-5AC5-81B2-BE926FE9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D34A1-EDF5-65C6-00AE-557037E6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94922-D465-C77B-AD13-DDE6DA7D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655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83DC-594B-0991-E6B5-C4D9FB76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98941-6A4C-D740-1021-8B0695F3A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C3A08-8D60-CD2D-89E9-BA873B4F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9231-DB85-88A8-236C-5E8AA8F4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D5D33-73FB-AE73-634E-3EB81964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233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207C2-4AD3-E837-AFC5-2949A6C18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FD297-9E9A-7A96-AA46-57F51998A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832C-3F27-205C-B523-12E7536A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02EA-B867-53CC-8BEC-18360218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98640-C512-66D0-5367-5A292F91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654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FE975-9CBF-2B38-60A2-2E0A56D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FD936-0556-8956-5D90-3E9ACC55C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6737-2C9B-0676-722F-518195A92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D634E-A528-8342-90C9-C69594359861}" type="datetimeFigureOut">
              <a:rPr lang="en-DE" smtClean="0"/>
              <a:t>19.06.26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85-EA99-D602-3B2A-6FB6B5300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840F9-D4B7-0D38-B5B9-E21E2B2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D803B-F6D7-D247-AB26-8281417E68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4734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48568B5-E500-FB72-6CD0-7DA2B1227638}"/>
              </a:ext>
            </a:extLst>
          </p:cNvPr>
          <p:cNvSpPr/>
          <p:nvPr/>
        </p:nvSpPr>
        <p:spPr>
          <a:xfrm>
            <a:off x="9077783" y="5744669"/>
            <a:ext cx="1979982" cy="857192"/>
          </a:xfrm>
          <a:prstGeom prst="roundRect">
            <a:avLst>
              <a:gd name="adj" fmla="val 11373"/>
            </a:avLst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ED8AC5E-1481-981E-CE12-6B563CB8B03A}"/>
              </a:ext>
            </a:extLst>
          </p:cNvPr>
          <p:cNvSpPr/>
          <p:nvPr/>
        </p:nvSpPr>
        <p:spPr>
          <a:xfrm>
            <a:off x="13264858" y="9214008"/>
            <a:ext cx="1979982" cy="857192"/>
          </a:xfrm>
          <a:prstGeom prst="roundRect">
            <a:avLst>
              <a:gd name="adj" fmla="val 11373"/>
            </a:avLst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68C1345-D174-E9FB-A4B5-B33108B5B5E6}"/>
              </a:ext>
            </a:extLst>
          </p:cNvPr>
          <p:cNvSpPr/>
          <p:nvPr/>
        </p:nvSpPr>
        <p:spPr>
          <a:xfrm>
            <a:off x="974752" y="30013"/>
            <a:ext cx="5017530" cy="12039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54F6A6-BD33-318E-F03C-5904CF05C98B}"/>
              </a:ext>
            </a:extLst>
          </p:cNvPr>
          <p:cNvSpPr/>
          <p:nvPr/>
        </p:nvSpPr>
        <p:spPr>
          <a:xfrm>
            <a:off x="939487" y="1995734"/>
            <a:ext cx="5037297" cy="16696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B188E3-5CDD-77FB-B539-B8DDE29E304E}"/>
              </a:ext>
            </a:extLst>
          </p:cNvPr>
          <p:cNvSpPr txBox="1"/>
          <p:nvPr/>
        </p:nvSpPr>
        <p:spPr>
          <a:xfrm>
            <a:off x="1007151" y="2295488"/>
            <a:ext cx="129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(yrs)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F41F6-E1DF-DDC4-F458-933287771AE1}"/>
              </a:ext>
            </a:extLst>
          </p:cNvPr>
          <p:cNvSpPr txBox="1"/>
          <p:nvPr/>
        </p:nvSpPr>
        <p:spPr>
          <a:xfrm>
            <a:off x="1007151" y="2790848"/>
            <a:ext cx="19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54254-737F-BCD6-1702-25094CDD682C}"/>
              </a:ext>
            </a:extLst>
          </p:cNvPr>
          <p:cNvSpPr/>
          <p:nvPr/>
        </p:nvSpPr>
        <p:spPr>
          <a:xfrm>
            <a:off x="4073248" y="2313130"/>
            <a:ext cx="870933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A5B678-E9FC-A7AF-AFC2-3C654FC3C057}"/>
              </a:ext>
            </a:extLst>
          </p:cNvPr>
          <p:cNvSpPr/>
          <p:nvPr/>
        </p:nvSpPr>
        <p:spPr>
          <a:xfrm>
            <a:off x="4073248" y="2816547"/>
            <a:ext cx="870933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B83CAB-DAA3-7589-B65B-0045EC4AC274}"/>
              </a:ext>
            </a:extLst>
          </p:cNvPr>
          <p:cNvSpPr/>
          <p:nvPr/>
        </p:nvSpPr>
        <p:spPr>
          <a:xfrm>
            <a:off x="5025969" y="2313130"/>
            <a:ext cx="870933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52.1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19CB7B-1DEE-5399-24AF-E14D9EF43DCA}"/>
              </a:ext>
            </a:extLst>
          </p:cNvPr>
          <p:cNvSpPr/>
          <p:nvPr/>
        </p:nvSpPr>
        <p:spPr>
          <a:xfrm>
            <a:off x="5025968" y="2814263"/>
            <a:ext cx="870933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172AAA-C6A9-1F9A-B79A-C4C4955B4831}"/>
              </a:ext>
            </a:extLst>
          </p:cNvPr>
          <p:cNvSpPr/>
          <p:nvPr/>
        </p:nvSpPr>
        <p:spPr>
          <a:xfrm>
            <a:off x="2077021" y="2307331"/>
            <a:ext cx="870933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2C65C2-B9C8-83BF-A06F-9F4EDB6068BA}"/>
              </a:ext>
            </a:extLst>
          </p:cNvPr>
          <p:cNvSpPr/>
          <p:nvPr/>
        </p:nvSpPr>
        <p:spPr>
          <a:xfrm>
            <a:off x="2067005" y="2805399"/>
            <a:ext cx="87093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952095-5381-BE69-2994-A7EE450CE36C}"/>
              </a:ext>
            </a:extLst>
          </p:cNvPr>
          <p:cNvSpPr/>
          <p:nvPr/>
        </p:nvSpPr>
        <p:spPr>
          <a:xfrm>
            <a:off x="930283" y="4677009"/>
            <a:ext cx="5061999" cy="12125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1F136F-3B06-53AB-F290-EDEB01A255CA}"/>
              </a:ext>
            </a:extLst>
          </p:cNvPr>
          <p:cNvSpPr txBox="1"/>
          <p:nvPr/>
        </p:nvSpPr>
        <p:spPr>
          <a:xfrm>
            <a:off x="982049" y="4682205"/>
            <a:ext cx="50831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DE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isease history 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age 42.0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patient was diagnosed with J45 asthma.</a:t>
            </a:r>
          </a:p>
          <a:p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age 52.1</a:t>
            </a: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patient was diagnosed with F32 major depression.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rapezium 77">
            <a:extLst>
              <a:ext uri="{FF2B5EF4-FFF2-40B4-BE49-F238E27FC236}">
                <a16:creationId xmlns:a16="http://schemas.microsoft.com/office/drawing/2014/main" id="{95581A11-22F1-55DD-ED88-443010BA31E5}"/>
              </a:ext>
            </a:extLst>
          </p:cNvPr>
          <p:cNvSpPr/>
          <p:nvPr/>
        </p:nvSpPr>
        <p:spPr>
          <a:xfrm rot="5400000">
            <a:off x="6978709" y="2150142"/>
            <a:ext cx="1351544" cy="1292936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F051D2-8A8B-04BA-045B-3D75FECAA828}"/>
              </a:ext>
            </a:extLst>
          </p:cNvPr>
          <p:cNvSpPr txBox="1"/>
          <p:nvPr/>
        </p:nvSpPr>
        <p:spPr>
          <a:xfrm>
            <a:off x="6937712" y="2491223"/>
            <a:ext cx="143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Delphi</a:t>
            </a:r>
          </a:p>
          <a:p>
            <a:pPr algn="ctr"/>
            <a:r>
              <a:rPr lang="en-D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(GPT-based)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8F5C4A-6B00-1640-C6E5-DFE591C6E1EF}"/>
              </a:ext>
            </a:extLst>
          </p:cNvPr>
          <p:cNvSpPr/>
          <p:nvPr/>
        </p:nvSpPr>
        <p:spPr>
          <a:xfrm rot="5400000">
            <a:off x="10284783" y="5058808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35ADA74-5EFC-FE95-3E6F-83F5DD8E8196}"/>
              </a:ext>
            </a:extLst>
          </p:cNvPr>
          <p:cNvSpPr/>
          <p:nvPr/>
        </p:nvSpPr>
        <p:spPr>
          <a:xfrm rot="5400000">
            <a:off x="9930882" y="5058806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B5E38C2-AD2F-0645-F165-BA7BDCDB991E}"/>
              </a:ext>
            </a:extLst>
          </p:cNvPr>
          <p:cNvSpPr/>
          <p:nvPr/>
        </p:nvSpPr>
        <p:spPr>
          <a:xfrm rot="5400000">
            <a:off x="9576981" y="5058806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DD25365-EC39-A166-9C7D-C41E9C757ACB}"/>
              </a:ext>
            </a:extLst>
          </p:cNvPr>
          <p:cNvSpPr/>
          <p:nvPr/>
        </p:nvSpPr>
        <p:spPr>
          <a:xfrm rot="5400000">
            <a:off x="9223081" y="5058806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BDBCF1D-59D9-556A-AF5F-190C51A85121}"/>
              </a:ext>
            </a:extLst>
          </p:cNvPr>
          <p:cNvSpPr/>
          <p:nvPr/>
        </p:nvSpPr>
        <p:spPr>
          <a:xfrm rot="5400000">
            <a:off x="10638684" y="5058806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8B0F4A6-24BB-2E86-3C6F-5D2FC935453A}"/>
              </a:ext>
            </a:extLst>
          </p:cNvPr>
          <p:cNvSpPr/>
          <p:nvPr/>
        </p:nvSpPr>
        <p:spPr>
          <a:xfrm rot="16200000">
            <a:off x="9601169" y="9075740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05223B9-D2AB-13E3-7764-8940E179B8D3}"/>
              </a:ext>
            </a:extLst>
          </p:cNvPr>
          <p:cNvSpPr/>
          <p:nvPr/>
        </p:nvSpPr>
        <p:spPr>
          <a:xfrm rot="16200000">
            <a:off x="9955070" y="9075742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80E7224-D934-64D6-2FE4-43FB7B6495E5}"/>
              </a:ext>
            </a:extLst>
          </p:cNvPr>
          <p:cNvSpPr/>
          <p:nvPr/>
        </p:nvSpPr>
        <p:spPr>
          <a:xfrm rot="16200000">
            <a:off x="10308971" y="9075742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983FBAB-03A9-73DF-B393-64D77EE7795B}"/>
              </a:ext>
            </a:extLst>
          </p:cNvPr>
          <p:cNvSpPr/>
          <p:nvPr/>
        </p:nvSpPr>
        <p:spPr>
          <a:xfrm rot="16200000">
            <a:off x="10662871" y="9075742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2489919-E9DD-F22F-8711-774E8D841B80}"/>
              </a:ext>
            </a:extLst>
          </p:cNvPr>
          <p:cNvSpPr/>
          <p:nvPr/>
        </p:nvSpPr>
        <p:spPr>
          <a:xfrm rot="16200000">
            <a:off x="9247268" y="9075742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B3EC4AC-A9A6-2CA4-5E29-443186373EC9}"/>
              </a:ext>
            </a:extLst>
          </p:cNvPr>
          <p:cNvSpPr/>
          <p:nvPr/>
        </p:nvSpPr>
        <p:spPr>
          <a:xfrm rot="5400000">
            <a:off x="10284784" y="5898457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ADAB873-8BB5-AEC5-9FD3-2A260977C26D}"/>
              </a:ext>
            </a:extLst>
          </p:cNvPr>
          <p:cNvSpPr/>
          <p:nvPr/>
        </p:nvSpPr>
        <p:spPr>
          <a:xfrm rot="5400000">
            <a:off x="9930883" y="5898455"/>
            <a:ext cx="321993" cy="3290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271FF3A-28A7-1F6C-063E-D55FA2309629}"/>
              </a:ext>
            </a:extLst>
          </p:cNvPr>
          <p:cNvSpPr/>
          <p:nvPr/>
        </p:nvSpPr>
        <p:spPr>
          <a:xfrm rot="5400000">
            <a:off x="9576982" y="5898455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D7980FB-5E56-5559-A807-EF960246B44B}"/>
              </a:ext>
            </a:extLst>
          </p:cNvPr>
          <p:cNvSpPr/>
          <p:nvPr/>
        </p:nvSpPr>
        <p:spPr>
          <a:xfrm rot="5400000">
            <a:off x="9223082" y="5898455"/>
            <a:ext cx="321993" cy="3290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7395975-87CF-6E61-96A4-25385A01C227}"/>
              </a:ext>
            </a:extLst>
          </p:cNvPr>
          <p:cNvSpPr/>
          <p:nvPr/>
        </p:nvSpPr>
        <p:spPr>
          <a:xfrm rot="5400000">
            <a:off x="10638685" y="5898455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E33B0A-2A06-6CD4-E16B-C071EF0DA202}"/>
              </a:ext>
            </a:extLst>
          </p:cNvPr>
          <p:cNvSpPr/>
          <p:nvPr/>
        </p:nvSpPr>
        <p:spPr>
          <a:xfrm rot="5400000">
            <a:off x="14458020" y="9380287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2B71A15-CD87-C507-0FA1-3045E283370A}"/>
              </a:ext>
            </a:extLst>
          </p:cNvPr>
          <p:cNvSpPr/>
          <p:nvPr/>
        </p:nvSpPr>
        <p:spPr>
          <a:xfrm rot="5400000">
            <a:off x="14104119" y="9380285"/>
            <a:ext cx="321993" cy="3290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9C2C2FE-9E8F-F632-7A21-9BA285773603}"/>
              </a:ext>
            </a:extLst>
          </p:cNvPr>
          <p:cNvSpPr/>
          <p:nvPr/>
        </p:nvSpPr>
        <p:spPr>
          <a:xfrm rot="5400000">
            <a:off x="13750218" y="9380285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3C947F5-67CA-898B-E1EC-1D8DDD8B345C}"/>
              </a:ext>
            </a:extLst>
          </p:cNvPr>
          <p:cNvSpPr/>
          <p:nvPr/>
        </p:nvSpPr>
        <p:spPr>
          <a:xfrm rot="5400000">
            <a:off x="13396318" y="9380285"/>
            <a:ext cx="321993" cy="3290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1CB51CD-1BF3-F65A-7478-788C59A086C4}"/>
              </a:ext>
            </a:extLst>
          </p:cNvPr>
          <p:cNvSpPr/>
          <p:nvPr/>
        </p:nvSpPr>
        <p:spPr>
          <a:xfrm rot="5400000">
            <a:off x="14811921" y="9380285"/>
            <a:ext cx="321993" cy="329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3597058-E518-1DF3-A429-9C4E779C7218}"/>
              </a:ext>
            </a:extLst>
          </p:cNvPr>
          <p:cNvSpPr/>
          <p:nvPr/>
        </p:nvSpPr>
        <p:spPr>
          <a:xfrm rot="5400000">
            <a:off x="14447109" y="8392815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4D7ACD2-D226-DB5E-FF43-C4C90337409F}"/>
              </a:ext>
            </a:extLst>
          </p:cNvPr>
          <p:cNvSpPr/>
          <p:nvPr/>
        </p:nvSpPr>
        <p:spPr>
          <a:xfrm rot="5400000">
            <a:off x="14093208" y="8392813"/>
            <a:ext cx="321993" cy="3290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54A718F-7C43-BC9F-53CD-F2A0362D62DE}"/>
              </a:ext>
            </a:extLst>
          </p:cNvPr>
          <p:cNvSpPr/>
          <p:nvPr/>
        </p:nvSpPr>
        <p:spPr>
          <a:xfrm rot="5400000">
            <a:off x="13739307" y="8392813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FAD248E-910E-7431-EB97-D1D1192CB59C}"/>
              </a:ext>
            </a:extLst>
          </p:cNvPr>
          <p:cNvSpPr/>
          <p:nvPr/>
        </p:nvSpPr>
        <p:spPr>
          <a:xfrm rot="5400000">
            <a:off x="13385407" y="8392813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3C4FA0B-9238-23D2-212E-A0848F9888AA}"/>
              </a:ext>
            </a:extLst>
          </p:cNvPr>
          <p:cNvSpPr/>
          <p:nvPr/>
        </p:nvSpPr>
        <p:spPr>
          <a:xfrm rot="5400000">
            <a:off x="14801010" y="8392813"/>
            <a:ext cx="321993" cy="329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09F745-3C58-3B99-369B-3C4D8B06673E}"/>
              </a:ext>
            </a:extLst>
          </p:cNvPr>
          <p:cNvSpPr txBox="1"/>
          <p:nvPr/>
        </p:nvSpPr>
        <p:spPr>
          <a:xfrm>
            <a:off x="11311855" y="6020837"/>
            <a:ext cx="143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726658-599D-C9E5-77E9-FA23AEC728B4}"/>
              </a:ext>
            </a:extLst>
          </p:cNvPr>
          <p:cNvGrpSpPr/>
          <p:nvPr/>
        </p:nvGrpSpPr>
        <p:grpSpPr>
          <a:xfrm>
            <a:off x="11646100" y="5382134"/>
            <a:ext cx="700834" cy="665384"/>
            <a:chOff x="6238818" y="311648"/>
            <a:chExt cx="700834" cy="66538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DE3896-A115-074C-59EC-EFFC6749518C}"/>
                </a:ext>
              </a:extLst>
            </p:cNvPr>
            <p:cNvSpPr/>
            <p:nvPr/>
          </p:nvSpPr>
          <p:spPr>
            <a:xfrm rot="5400000">
              <a:off x="6304493" y="368271"/>
              <a:ext cx="567250" cy="5426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Plus 33">
              <a:extLst>
                <a:ext uri="{FF2B5EF4-FFF2-40B4-BE49-F238E27FC236}">
                  <a16:creationId xmlns:a16="http://schemas.microsoft.com/office/drawing/2014/main" id="{F66D2003-9375-BE85-4DD2-6E720EC6DD08}"/>
                </a:ext>
              </a:extLst>
            </p:cNvPr>
            <p:cNvSpPr/>
            <p:nvPr/>
          </p:nvSpPr>
          <p:spPr>
            <a:xfrm>
              <a:off x="6238818" y="311648"/>
              <a:ext cx="700834" cy="665384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5FC7024-48B7-17F4-4572-616FA92C788E}"/>
              </a:ext>
            </a:extLst>
          </p:cNvPr>
          <p:cNvSpPr txBox="1"/>
          <p:nvPr/>
        </p:nvSpPr>
        <p:spPr>
          <a:xfrm>
            <a:off x="11334379" y="8831779"/>
            <a:ext cx="143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F13BE6-CD28-5F5F-C282-53F97251A144}"/>
              </a:ext>
            </a:extLst>
          </p:cNvPr>
          <p:cNvGrpSpPr/>
          <p:nvPr/>
        </p:nvGrpSpPr>
        <p:grpSpPr>
          <a:xfrm>
            <a:off x="11668624" y="8193076"/>
            <a:ext cx="700834" cy="665384"/>
            <a:chOff x="6238818" y="311648"/>
            <a:chExt cx="700834" cy="66538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AC79187-1C73-A6F9-F117-21FAAD505483}"/>
                </a:ext>
              </a:extLst>
            </p:cNvPr>
            <p:cNvSpPr/>
            <p:nvPr/>
          </p:nvSpPr>
          <p:spPr>
            <a:xfrm rot="5400000">
              <a:off x="6304493" y="368271"/>
              <a:ext cx="567250" cy="5426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Plus 38">
              <a:extLst>
                <a:ext uri="{FF2B5EF4-FFF2-40B4-BE49-F238E27FC236}">
                  <a16:creationId xmlns:a16="http://schemas.microsoft.com/office/drawing/2014/main" id="{84C14B25-7AA4-DA38-A109-8569E8CFE464}"/>
                </a:ext>
              </a:extLst>
            </p:cNvPr>
            <p:cNvSpPr/>
            <p:nvPr/>
          </p:nvSpPr>
          <p:spPr>
            <a:xfrm>
              <a:off x="6238818" y="311648"/>
              <a:ext cx="700834" cy="665384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1F98A85-2BF1-A7B7-03FA-E41711EBCDD3}"/>
              </a:ext>
            </a:extLst>
          </p:cNvPr>
          <p:cNvSpPr txBox="1"/>
          <p:nvPr/>
        </p:nvSpPr>
        <p:spPr>
          <a:xfrm>
            <a:off x="15490338" y="9307032"/>
            <a:ext cx="143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0644F4-B09E-F2D9-E2D7-A58607C2A52C}"/>
              </a:ext>
            </a:extLst>
          </p:cNvPr>
          <p:cNvGrpSpPr/>
          <p:nvPr/>
        </p:nvGrpSpPr>
        <p:grpSpPr>
          <a:xfrm>
            <a:off x="15824583" y="8668329"/>
            <a:ext cx="700834" cy="665384"/>
            <a:chOff x="6238818" y="311648"/>
            <a:chExt cx="700834" cy="66538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F81DBDD-F914-DC74-AD03-DCBD903DBB14}"/>
                </a:ext>
              </a:extLst>
            </p:cNvPr>
            <p:cNvSpPr/>
            <p:nvPr/>
          </p:nvSpPr>
          <p:spPr>
            <a:xfrm rot="5400000">
              <a:off x="6304493" y="368271"/>
              <a:ext cx="567250" cy="5426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Plus 47">
              <a:extLst>
                <a:ext uri="{FF2B5EF4-FFF2-40B4-BE49-F238E27FC236}">
                  <a16:creationId xmlns:a16="http://schemas.microsoft.com/office/drawing/2014/main" id="{DFDE26EF-054E-809E-5CAA-7FED76B08934}"/>
                </a:ext>
              </a:extLst>
            </p:cNvPr>
            <p:cNvSpPr/>
            <p:nvPr/>
          </p:nvSpPr>
          <p:spPr>
            <a:xfrm>
              <a:off x="6238818" y="311648"/>
              <a:ext cx="700834" cy="665384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Left Bracket 56">
            <a:extLst>
              <a:ext uri="{FF2B5EF4-FFF2-40B4-BE49-F238E27FC236}">
                <a16:creationId xmlns:a16="http://schemas.microsoft.com/office/drawing/2014/main" id="{F20FE84E-8F53-0ECA-7610-B905329F7FB8}"/>
              </a:ext>
            </a:extLst>
          </p:cNvPr>
          <p:cNvSpPr/>
          <p:nvPr/>
        </p:nvSpPr>
        <p:spPr>
          <a:xfrm rot="16200000">
            <a:off x="3369708" y="7862286"/>
            <a:ext cx="207850" cy="5037297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Left Bracket 63">
            <a:extLst>
              <a:ext uri="{FF2B5EF4-FFF2-40B4-BE49-F238E27FC236}">
                <a16:creationId xmlns:a16="http://schemas.microsoft.com/office/drawing/2014/main" id="{1961E083-F282-7071-2EBD-7B114B22C440}"/>
              </a:ext>
            </a:extLst>
          </p:cNvPr>
          <p:cNvSpPr/>
          <p:nvPr/>
        </p:nvSpPr>
        <p:spPr>
          <a:xfrm rot="16200000">
            <a:off x="11295953" y="5213793"/>
            <a:ext cx="203777" cy="10345747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542A00-BB0A-BDA8-DF43-E47C16A4CC61}"/>
              </a:ext>
            </a:extLst>
          </p:cNvPr>
          <p:cNvSpPr txBox="1"/>
          <p:nvPr/>
        </p:nvSpPr>
        <p:spPr>
          <a:xfrm>
            <a:off x="954984" y="10498387"/>
            <a:ext cx="503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expression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0A9CBF-1706-3359-B7CD-7573EE5E757D}"/>
              </a:ext>
            </a:extLst>
          </p:cNvPr>
          <p:cNvSpPr txBox="1"/>
          <p:nvPr/>
        </p:nvSpPr>
        <p:spPr>
          <a:xfrm>
            <a:off x="6250053" y="10493730"/>
            <a:ext cx="10320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69438-17C4-5EF4-1F1B-152A9236BFF4}"/>
              </a:ext>
            </a:extLst>
          </p:cNvPr>
          <p:cNvSpPr txBox="1"/>
          <p:nvPr/>
        </p:nvSpPr>
        <p:spPr>
          <a:xfrm>
            <a:off x="506625" y="-494274"/>
            <a:ext cx="548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1: Traditional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EFE3F-63BA-8A39-B518-112AFE2502CE}"/>
              </a:ext>
            </a:extLst>
          </p:cNvPr>
          <p:cNvSpPr txBox="1"/>
          <p:nvPr/>
        </p:nvSpPr>
        <p:spPr>
          <a:xfrm>
            <a:off x="506626" y="1535192"/>
            <a:ext cx="447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2: Ordinal token stream - Delphi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ECD48-0CD2-6BFC-6D70-6E14E1DF724F}"/>
              </a:ext>
            </a:extLst>
          </p:cNvPr>
          <p:cNvSpPr txBox="1"/>
          <p:nvPr/>
        </p:nvSpPr>
        <p:spPr>
          <a:xfrm>
            <a:off x="506626" y="3963008"/>
            <a:ext cx="375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3: Prose and Full Prose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E49FB-73CE-5CD3-8392-00AFE256CB50}"/>
              </a:ext>
            </a:extLst>
          </p:cNvPr>
          <p:cNvSpPr txBox="1"/>
          <p:nvPr/>
        </p:nvSpPr>
        <p:spPr>
          <a:xfrm>
            <a:off x="506626" y="6917549"/>
            <a:ext cx="280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4: Trajectory</a:t>
            </a:r>
          </a:p>
        </p:txBody>
      </p:sp>
      <p:sp>
        <p:nvSpPr>
          <p:cNvPr id="80" name="Trapezium 79">
            <a:extLst>
              <a:ext uri="{FF2B5EF4-FFF2-40B4-BE49-F238E27FC236}">
                <a16:creationId xmlns:a16="http://schemas.microsoft.com/office/drawing/2014/main" id="{A7B7FF8F-1266-CCB3-B563-F4F4BF2F686B}"/>
              </a:ext>
            </a:extLst>
          </p:cNvPr>
          <p:cNvSpPr/>
          <p:nvPr/>
        </p:nvSpPr>
        <p:spPr>
          <a:xfrm rot="5400000">
            <a:off x="6960323" y="4589519"/>
            <a:ext cx="1351544" cy="1292936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99209B-CBA9-FA4D-BB67-2E72217017B8}"/>
              </a:ext>
            </a:extLst>
          </p:cNvPr>
          <p:cNvSpPr txBox="1"/>
          <p:nvPr/>
        </p:nvSpPr>
        <p:spPr>
          <a:xfrm>
            <a:off x="6919326" y="4913720"/>
            <a:ext cx="143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Encoder</a:t>
            </a:r>
          </a:p>
        </p:txBody>
      </p:sp>
      <p:sp>
        <p:nvSpPr>
          <p:cNvPr id="92" name="Trapezium 91">
            <a:extLst>
              <a:ext uri="{FF2B5EF4-FFF2-40B4-BE49-F238E27FC236}">
                <a16:creationId xmlns:a16="http://schemas.microsoft.com/office/drawing/2014/main" id="{DD20E654-6950-1A57-5524-55CEFABDA340}"/>
              </a:ext>
            </a:extLst>
          </p:cNvPr>
          <p:cNvSpPr/>
          <p:nvPr/>
        </p:nvSpPr>
        <p:spPr>
          <a:xfrm rot="5400000">
            <a:off x="6940172" y="8609622"/>
            <a:ext cx="1351544" cy="1292936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9B045ED-E8B0-8E0E-7648-487BAE0E31DA}"/>
              </a:ext>
            </a:extLst>
          </p:cNvPr>
          <p:cNvSpPr txBox="1"/>
          <p:nvPr/>
        </p:nvSpPr>
        <p:spPr>
          <a:xfrm>
            <a:off x="6899175" y="8933823"/>
            <a:ext cx="143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Encoder</a:t>
            </a:r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4EBE1A2B-FA8D-C77E-BBA8-579E280EDE59}"/>
              </a:ext>
            </a:extLst>
          </p:cNvPr>
          <p:cNvSpPr/>
          <p:nvPr/>
        </p:nvSpPr>
        <p:spPr>
          <a:xfrm>
            <a:off x="6198046" y="9125328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rapezium 101">
            <a:extLst>
              <a:ext uri="{FF2B5EF4-FFF2-40B4-BE49-F238E27FC236}">
                <a16:creationId xmlns:a16="http://schemas.microsoft.com/office/drawing/2014/main" id="{FF02A9AA-8F78-FB92-3953-59D6F42F932C}"/>
              </a:ext>
            </a:extLst>
          </p:cNvPr>
          <p:cNvSpPr/>
          <p:nvPr/>
        </p:nvSpPr>
        <p:spPr>
          <a:xfrm rot="5400000">
            <a:off x="6940172" y="7191033"/>
            <a:ext cx="1351544" cy="1292936"/>
          </a:xfrm>
          <a:prstGeom prst="trapezoi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8A12041-40C2-2EA1-E5EC-E1726CA6472D}"/>
              </a:ext>
            </a:extLst>
          </p:cNvPr>
          <p:cNvSpPr txBox="1"/>
          <p:nvPr/>
        </p:nvSpPr>
        <p:spPr>
          <a:xfrm>
            <a:off x="6899175" y="7512243"/>
            <a:ext cx="143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Encoder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Sin/cos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ight Arrow 103">
            <a:extLst>
              <a:ext uri="{FF2B5EF4-FFF2-40B4-BE49-F238E27FC236}">
                <a16:creationId xmlns:a16="http://schemas.microsoft.com/office/drawing/2014/main" id="{447EA8BC-67EE-8A1B-8332-A4FC6BB631BF}"/>
              </a:ext>
            </a:extLst>
          </p:cNvPr>
          <p:cNvSpPr/>
          <p:nvPr/>
        </p:nvSpPr>
        <p:spPr>
          <a:xfrm>
            <a:off x="6198046" y="7745147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1A12A7-DC41-3E4F-5FDB-870F167AFCA9}"/>
              </a:ext>
            </a:extLst>
          </p:cNvPr>
          <p:cNvSpPr txBox="1"/>
          <p:nvPr/>
        </p:nvSpPr>
        <p:spPr>
          <a:xfrm>
            <a:off x="9300036" y="6232529"/>
            <a:ext cx="158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features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DA650C6-8F1C-CFDE-A236-11D86EE124B9}"/>
              </a:ext>
            </a:extLst>
          </p:cNvPr>
          <p:cNvSpPr txBox="1"/>
          <p:nvPr/>
        </p:nvSpPr>
        <p:spPr>
          <a:xfrm>
            <a:off x="9128878" y="5375337"/>
            <a:ext cx="202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Prose embeddings</a:t>
            </a:r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5CC691EC-47B3-B15B-3864-0973F80C3668}"/>
              </a:ext>
            </a:extLst>
          </p:cNvPr>
          <p:cNvSpPr/>
          <p:nvPr/>
        </p:nvSpPr>
        <p:spPr>
          <a:xfrm rot="2502733">
            <a:off x="11187281" y="5298494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Right Arrow 114">
            <a:extLst>
              <a:ext uri="{FF2B5EF4-FFF2-40B4-BE49-F238E27FC236}">
                <a16:creationId xmlns:a16="http://schemas.microsoft.com/office/drawing/2014/main" id="{1F6FE253-DE87-4AA6-6DB2-9B40FDEB7FFE}"/>
              </a:ext>
            </a:extLst>
          </p:cNvPr>
          <p:cNvSpPr/>
          <p:nvPr/>
        </p:nvSpPr>
        <p:spPr>
          <a:xfrm rot="19078452">
            <a:off x="11189205" y="5811869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6D407985-ED5F-5513-8904-8D2E1A832EC5}"/>
              </a:ext>
            </a:extLst>
          </p:cNvPr>
          <p:cNvSpPr/>
          <p:nvPr/>
        </p:nvSpPr>
        <p:spPr>
          <a:xfrm rot="2502733">
            <a:off x="11224155" y="8182939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Right Arrow 135">
            <a:extLst>
              <a:ext uri="{FF2B5EF4-FFF2-40B4-BE49-F238E27FC236}">
                <a16:creationId xmlns:a16="http://schemas.microsoft.com/office/drawing/2014/main" id="{42F77B4D-6959-0EE1-0E86-FE8DCD53110C}"/>
              </a:ext>
            </a:extLst>
          </p:cNvPr>
          <p:cNvSpPr/>
          <p:nvPr/>
        </p:nvSpPr>
        <p:spPr>
          <a:xfrm rot="19078452">
            <a:off x="11226079" y="8696314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2623227-731B-2AAB-0115-22DC8E6A897A}"/>
              </a:ext>
            </a:extLst>
          </p:cNvPr>
          <p:cNvSpPr txBox="1"/>
          <p:nvPr/>
        </p:nvSpPr>
        <p:spPr>
          <a:xfrm>
            <a:off x="13498241" y="9742674"/>
            <a:ext cx="158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features</a:t>
            </a:r>
          </a:p>
        </p:txBody>
      </p:sp>
      <p:sp>
        <p:nvSpPr>
          <p:cNvPr id="155" name="Right Arrow 154">
            <a:extLst>
              <a:ext uri="{FF2B5EF4-FFF2-40B4-BE49-F238E27FC236}">
                <a16:creationId xmlns:a16="http://schemas.microsoft.com/office/drawing/2014/main" id="{4266B7E7-64C5-FE29-9993-61739050F538}"/>
              </a:ext>
            </a:extLst>
          </p:cNvPr>
          <p:cNvSpPr/>
          <p:nvPr/>
        </p:nvSpPr>
        <p:spPr>
          <a:xfrm>
            <a:off x="12727128" y="8415348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Right Arrow 155">
            <a:extLst>
              <a:ext uri="{FF2B5EF4-FFF2-40B4-BE49-F238E27FC236}">
                <a16:creationId xmlns:a16="http://schemas.microsoft.com/office/drawing/2014/main" id="{9A4546C3-7672-E804-5D56-9B8061833C64}"/>
              </a:ext>
            </a:extLst>
          </p:cNvPr>
          <p:cNvSpPr/>
          <p:nvPr/>
        </p:nvSpPr>
        <p:spPr>
          <a:xfrm rot="2502733">
            <a:off x="15308440" y="8625816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Right Arrow 156">
            <a:extLst>
              <a:ext uri="{FF2B5EF4-FFF2-40B4-BE49-F238E27FC236}">
                <a16:creationId xmlns:a16="http://schemas.microsoft.com/office/drawing/2014/main" id="{DF49A45F-8BD0-3D2A-4EF8-432BD150ED5D}"/>
              </a:ext>
            </a:extLst>
          </p:cNvPr>
          <p:cNvSpPr/>
          <p:nvPr/>
        </p:nvSpPr>
        <p:spPr>
          <a:xfrm rot="19078452">
            <a:off x="15310364" y="9139191"/>
            <a:ext cx="363797" cy="23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B875082-0C54-4770-414D-3A8D446DD5F2}"/>
              </a:ext>
            </a:extLst>
          </p:cNvPr>
          <p:cNvSpPr txBox="1"/>
          <p:nvPr/>
        </p:nvSpPr>
        <p:spPr>
          <a:xfrm>
            <a:off x="13276564" y="8742114"/>
            <a:ext cx="202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 embeddings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5093A-C0DB-2347-8ACC-2354A787A192}"/>
              </a:ext>
            </a:extLst>
          </p:cNvPr>
          <p:cNvSpPr txBox="1"/>
          <p:nvPr/>
        </p:nvSpPr>
        <p:spPr>
          <a:xfrm>
            <a:off x="8977574" y="9398463"/>
            <a:ext cx="232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embeddings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5ECDB11-3A76-80F6-5982-05C234C4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4"/>
          <a:stretch>
            <a:fillRect/>
          </a:stretch>
        </p:blipFill>
        <p:spPr>
          <a:xfrm>
            <a:off x="9077783" y="7124290"/>
            <a:ext cx="2074068" cy="1451882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7F56201-B742-E690-6B4F-7E63B5DA8AF0}"/>
              </a:ext>
            </a:extLst>
          </p:cNvPr>
          <p:cNvSpPr/>
          <p:nvPr/>
        </p:nvSpPr>
        <p:spPr>
          <a:xfrm>
            <a:off x="881764" y="7394757"/>
            <a:ext cx="5110518" cy="1997859"/>
          </a:xfrm>
          <a:prstGeom prst="roundRect">
            <a:avLst>
              <a:gd name="adj" fmla="val 1304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8935D9-07D7-7121-8C53-9268C078ACA3}"/>
              </a:ext>
            </a:extLst>
          </p:cNvPr>
          <p:cNvSpPr txBox="1"/>
          <p:nvPr/>
        </p:nvSpPr>
        <p:spPr>
          <a:xfrm>
            <a:off x="1045788" y="7955018"/>
            <a:ext cx="129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(yrs)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2C7EAE-5902-0A75-29FA-2743583B9CCB}"/>
              </a:ext>
            </a:extLst>
          </p:cNvPr>
          <p:cNvSpPr txBox="1"/>
          <p:nvPr/>
        </p:nvSpPr>
        <p:spPr>
          <a:xfrm>
            <a:off x="1045788" y="8722024"/>
            <a:ext cx="199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5B7B1DB-11FA-4411-6FE6-9A117FAC0488}"/>
              </a:ext>
            </a:extLst>
          </p:cNvPr>
          <p:cNvSpPr/>
          <p:nvPr/>
        </p:nvSpPr>
        <p:spPr>
          <a:xfrm>
            <a:off x="2247028" y="7944029"/>
            <a:ext cx="1292935" cy="363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438A03-7767-20D3-AA2D-8820FBAE8E90}"/>
              </a:ext>
            </a:extLst>
          </p:cNvPr>
          <p:cNvSpPr/>
          <p:nvPr/>
        </p:nvSpPr>
        <p:spPr>
          <a:xfrm>
            <a:off x="2247028" y="8747723"/>
            <a:ext cx="1292935" cy="377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J45 asthma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031776A-11B0-6F1E-8883-2B92A95EBE5C}"/>
              </a:ext>
            </a:extLst>
          </p:cNvPr>
          <p:cNvSpPr/>
          <p:nvPr/>
        </p:nvSpPr>
        <p:spPr>
          <a:xfrm>
            <a:off x="4161596" y="7944028"/>
            <a:ext cx="1275283" cy="3803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52.1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2D4CAE-A855-7F05-8145-042956D35E2E}"/>
              </a:ext>
            </a:extLst>
          </p:cNvPr>
          <p:cNvSpPr/>
          <p:nvPr/>
        </p:nvSpPr>
        <p:spPr>
          <a:xfrm>
            <a:off x="4161595" y="8745439"/>
            <a:ext cx="1275284" cy="366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F32 major depression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695758-CEB0-39DD-C1D7-C9E4D4627456}"/>
              </a:ext>
            </a:extLst>
          </p:cNvPr>
          <p:cNvSpPr txBox="1"/>
          <p:nvPr/>
        </p:nvSpPr>
        <p:spPr>
          <a:xfrm>
            <a:off x="1048345" y="7511222"/>
            <a:ext cx="39303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history (Decoupled age + event)</a:t>
            </a:r>
            <a:endParaRPr lang="en-DE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0D0323FF-7C84-C3CC-091C-95731C79EF7E}"/>
              </a:ext>
            </a:extLst>
          </p:cNvPr>
          <p:cNvSpPr/>
          <p:nvPr/>
        </p:nvSpPr>
        <p:spPr>
          <a:xfrm>
            <a:off x="6215829" y="5124861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99149799-6E7E-743B-0B20-446450E15E2F}"/>
              </a:ext>
            </a:extLst>
          </p:cNvPr>
          <p:cNvSpPr/>
          <p:nvPr/>
        </p:nvSpPr>
        <p:spPr>
          <a:xfrm>
            <a:off x="6187195" y="2707669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ight Arrow 89">
            <a:extLst>
              <a:ext uri="{FF2B5EF4-FFF2-40B4-BE49-F238E27FC236}">
                <a16:creationId xmlns:a16="http://schemas.microsoft.com/office/drawing/2014/main" id="{EFB99215-BC5F-BC43-7F8F-FFF6D054D3D4}"/>
              </a:ext>
            </a:extLst>
          </p:cNvPr>
          <p:cNvSpPr/>
          <p:nvPr/>
        </p:nvSpPr>
        <p:spPr>
          <a:xfrm>
            <a:off x="6194416" y="543701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ight Arrow 145">
            <a:extLst>
              <a:ext uri="{FF2B5EF4-FFF2-40B4-BE49-F238E27FC236}">
                <a16:creationId xmlns:a16="http://schemas.microsoft.com/office/drawing/2014/main" id="{79FB5BBF-B950-E407-7A85-0B34726AF400}"/>
              </a:ext>
            </a:extLst>
          </p:cNvPr>
          <p:cNvSpPr/>
          <p:nvPr/>
        </p:nvSpPr>
        <p:spPr>
          <a:xfrm>
            <a:off x="8474035" y="5118832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Right Arrow 153">
            <a:extLst>
              <a:ext uri="{FF2B5EF4-FFF2-40B4-BE49-F238E27FC236}">
                <a16:creationId xmlns:a16="http://schemas.microsoft.com/office/drawing/2014/main" id="{DF434DA1-7991-5ECF-0989-A14551F92547}"/>
              </a:ext>
            </a:extLst>
          </p:cNvPr>
          <p:cNvSpPr/>
          <p:nvPr/>
        </p:nvSpPr>
        <p:spPr>
          <a:xfrm>
            <a:off x="8449029" y="7722866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ight Arrow 174">
            <a:extLst>
              <a:ext uri="{FF2B5EF4-FFF2-40B4-BE49-F238E27FC236}">
                <a16:creationId xmlns:a16="http://schemas.microsoft.com/office/drawing/2014/main" id="{0E3D2599-CDFF-E5A7-2DED-638D60B847C1}"/>
              </a:ext>
            </a:extLst>
          </p:cNvPr>
          <p:cNvSpPr/>
          <p:nvPr/>
        </p:nvSpPr>
        <p:spPr>
          <a:xfrm>
            <a:off x="8447631" y="9125328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F30CFC03-ECB4-8320-55A3-68BFFC7EB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26700"/>
              </p:ext>
            </p:extLst>
          </p:nvPr>
        </p:nvGraphicFramePr>
        <p:xfrm>
          <a:off x="1129482" y="197792"/>
          <a:ext cx="470807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614">
                  <a:extLst>
                    <a:ext uri="{9D8B030D-6E8A-4147-A177-3AD203B41FA5}">
                      <a16:colId xmlns:a16="http://schemas.microsoft.com/office/drawing/2014/main" val="3800041389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3835506426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826071084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1925882289"/>
                    </a:ext>
                  </a:extLst>
                </a:gridCol>
                <a:gridCol w="941614">
                  <a:extLst>
                    <a:ext uri="{9D8B030D-6E8A-4147-A177-3AD203B41FA5}">
                      <a16:colId xmlns:a16="http://schemas.microsoft.com/office/drawing/2014/main" val="2819559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Asthma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49802"/>
                  </a:ext>
                </a:extLst>
              </a:tr>
            </a:tbl>
          </a:graphicData>
        </a:graphic>
      </p:graphicFrame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1038B3B-D8BE-BB5B-64D5-A48EA19E0D99}"/>
              </a:ext>
            </a:extLst>
          </p:cNvPr>
          <p:cNvGrpSpPr/>
          <p:nvPr/>
        </p:nvGrpSpPr>
        <p:grpSpPr>
          <a:xfrm>
            <a:off x="8447630" y="263396"/>
            <a:ext cx="2645993" cy="857192"/>
            <a:chOff x="8447630" y="263396"/>
            <a:chExt cx="2645993" cy="857192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A4EDF415-DF2D-B674-66F3-E92AC75F0D11}"/>
                </a:ext>
              </a:extLst>
            </p:cNvPr>
            <p:cNvSpPr/>
            <p:nvPr/>
          </p:nvSpPr>
          <p:spPr>
            <a:xfrm>
              <a:off x="9113641" y="263396"/>
              <a:ext cx="1979982" cy="857192"/>
            </a:xfrm>
            <a:prstGeom prst="roundRect">
              <a:avLst>
                <a:gd name="adj" fmla="val 11373"/>
              </a:avLst>
            </a:prstGeom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C64010-957F-4520-59C8-898898D4067D}"/>
                </a:ext>
              </a:extLst>
            </p:cNvPr>
            <p:cNvSpPr/>
            <p:nvPr/>
          </p:nvSpPr>
          <p:spPr>
            <a:xfrm rot="5400000">
              <a:off x="10284784" y="417184"/>
              <a:ext cx="321993" cy="3290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11DFEC4-3C71-047D-976B-F0DBD3E89A2F}"/>
                </a:ext>
              </a:extLst>
            </p:cNvPr>
            <p:cNvSpPr/>
            <p:nvPr/>
          </p:nvSpPr>
          <p:spPr>
            <a:xfrm rot="5400000">
              <a:off x="9930883" y="417182"/>
              <a:ext cx="321993" cy="32907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8575E7C-6CF9-C515-E365-D49394A9F92F}"/>
                </a:ext>
              </a:extLst>
            </p:cNvPr>
            <p:cNvSpPr/>
            <p:nvPr/>
          </p:nvSpPr>
          <p:spPr>
            <a:xfrm rot="5400000">
              <a:off x="9576982" y="417182"/>
              <a:ext cx="321993" cy="3290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56D1BE8-B5FC-3008-1580-15FFF1ACDA7C}"/>
                </a:ext>
              </a:extLst>
            </p:cNvPr>
            <p:cNvSpPr/>
            <p:nvPr/>
          </p:nvSpPr>
          <p:spPr>
            <a:xfrm rot="5400000">
              <a:off x="9223082" y="417182"/>
              <a:ext cx="321993" cy="32907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65CC4C9-CF4F-A24C-B63B-6B8E3A199D36}"/>
                </a:ext>
              </a:extLst>
            </p:cNvPr>
            <p:cNvSpPr/>
            <p:nvPr/>
          </p:nvSpPr>
          <p:spPr>
            <a:xfrm rot="5400000">
              <a:off x="10638685" y="417182"/>
              <a:ext cx="321993" cy="3290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80C485-B48C-11F4-6D2B-2F4994FD5DF3}"/>
                </a:ext>
              </a:extLst>
            </p:cNvPr>
            <p:cNvSpPr txBox="1"/>
            <p:nvPr/>
          </p:nvSpPr>
          <p:spPr>
            <a:xfrm>
              <a:off x="9300036" y="751256"/>
              <a:ext cx="15836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features</a:t>
              </a:r>
            </a:p>
          </p:txBody>
        </p:sp>
        <p:sp>
          <p:nvSpPr>
            <p:cNvPr id="95" name="Right Arrow 94">
              <a:extLst>
                <a:ext uri="{FF2B5EF4-FFF2-40B4-BE49-F238E27FC236}">
                  <a16:creationId xmlns:a16="http://schemas.microsoft.com/office/drawing/2014/main" id="{082D2D06-A1AE-0BCE-D5CF-774969111B6A}"/>
                </a:ext>
              </a:extLst>
            </p:cNvPr>
            <p:cNvSpPr/>
            <p:nvPr/>
          </p:nvSpPr>
          <p:spPr>
            <a:xfrm>
              <a:off x="8447630" y="540731"/>
              <a:ext cx="552875" cy="22116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Trapezium 104">
            <a:extLst>
              <a:ext uri="{FF2B5EF4-FFF2-40B4-BE49-F238E27FC236}">
                <a16:creationId xmlns:a16="http://schemas.microsoft.com/office/drawing/2014/main" id="{118349AF-F29D-E809-5302-0F093D75C782}"/>
              </a:ext>
            </a:extLst>
          </p:cNvPr>
          <p:cNvSpPr/>
          <p:nvPr/>
        </p:nvSpPr>
        <p:spPr>
          <a:xfrm rot="5400000">
            <a:off x="6981435" y="29304"/>
            <a:ext cx="1351544" cy="1292936"/>
          </a:xfrm>
          <a:prstGeom prst="trapezoid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AE97C80-7252-EDB3-317E-55483F82EF4B}"/>
              </a:ext>
            </a:extLst>
          </p:cNvPr>
          <p:cNvSpPr txBox="1"/>
          <p:nvPr/>
        </p:nvSpPr>
        <p:spPr>
          <a:xfrm>
            <a:off x="6937255" y="462499"/>
            <a:ext cx="143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5E9FD80-29FC-859F-43B1-CB3F87E80866}"/>
              </a:ext>
            </a:extLst>
          </p:cNvPr>
          <p:cNvSpPr/>
          <p:nvPr/>
        </p:nvSpPr>
        <p:spPr>
          <a:xfrm>
            <a:off x="3094361" y="2316810"/>
            <a:ext cx="870933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16.2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ADBED86-EE6C-625D-0D78-E305D887E578}"/>
              </a:ext>
            </a:extLst>
          </p:cNvPr>
          <p:cNvSpPr/>
          <p:nvPr/>
        </p:nvSpPr>
        <p:spPr>
          <a:xfrm>
            <a:off x="3073653" y="2814386"/>
            <a:ext cx="87093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6C4C857-0416-B86D-7526-B0912E612A27}"/>
              </a:ext>
            </a:extLst>
          </p:cNvPr>
          <p:cNvSpPr/>
          <p:nvPr/>
        </p:nvSpPr>
        <p:spPr>
          <a:xfrm>
            <a:off x="13381865" y="145590"/>
            <a:ext cx="542281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95C67CE-6382-D1C2-76C3-76E0C9509BCF}"/>
              </a:ext>
            </a:extLst>
          </p:cNvPr>
          <p:cNvSpPr/>
          <p:nvPr/>
        </p:nvSpPr>
        <p:spPr>
          <a:xfrm>
            <a:off x="13392787" y="722772"/>
            <a:ext cx="54228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E8674D6-DBDB-C3A3-5881-F8D87F6C1B70}"/>
              </a:ext>
            </a:extLst>
          </p:cNvPr>
          <p:cNvSpPr/>
          <p:nvPr/>
        </p:nvSpPr>
        <p:spPr>
          <a:xfrm>
            <a:off x="13381865" y="1299954"/>
            <a:ext cx="54228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520D4CF-62E1-B8A6-D20B-F384782E41E6}"/>
              </a:ext>
            </a:extLst>
          </p:cNvPr>
          <p:cNvSpPr/>
          <p:nvPr/>
        </p:nvSpPr>
        <p:spPr>
          <a:xfrm>
            <a:off x="13392786" y="1877136"/>
            <a:ext cx="542281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0042BDE-8CED-D4E4-AAC4-D86D5F99B29C}"/>
              </a:ext>
            </a:extLst>
          </p:cNvPr>
          <p:cNvSpPr/>
          <p:nvPr/>
        </p:nvSpPr>
        <p:spPr>
          <a:xfrm>
            <a:off x="13381865" y="2480154"/>
            <a:ext cx="542281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FB36956-E3D9-56B1-5BE1-A05E1DDF196E}"/>
              </a:ext>
            </a:extLst>
          </p:cNvPr>
          <p:cNvSpPr txBox="1"/>
          <p:nvPr/>
        </p:nvSpPr>
        <p:spPr>
          <a:xfrm>
            <a:off x="14021768" y="145590"/>
            <a:ext cx="17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A97D619-32CD-2E66-3A14-F3AC345FB33C}"/>
              </a:ext>
            </a:extLst>
          </p:cNvPr>
          <p:cNvSpPr txBox="1"/>
          <p:nvPr/>
        </p:nvSpPr>
        <p:spPr>
          <a:xfrm>
            <a:off x="14021768" y="732192"/>
            <a:ext cx="17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 token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1D24243-8BE9-94D1-099F-39A468EB9AE3}"/>
              </a:ext>
            </a:extLst>
          </p:cNvPr>
          <p:cNvSpPr txBox="1"/>
          <p:nvPr/>
        </p:nvSpPr>
        <p:spPr>
          <a:xfrm>
            <a:off x="14021768" y="1318794"/>
            <a:ext cx="17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tokens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E7AA255-B7F8-ED41-6C85-3D6F78FC55EA}"/>
              </a:ext>
            </a:extLst>
          </p:cNvPr>
          <p:cNvSpPr txBox="1"/>
          <p:nvPr/>
        </p:nvSpPr>
        <p:spPr>
          <a:xfrm>
            <a:off x="14021768" y="1905396"/>
            <a:ext cx="17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tokens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4058DF6-A1F9-9ED6-79B5-0E828EB98ED9}"/>
              </a:ext>
            </a:extLst>
          </p:cNvPr>
          <p:cNvSpPr txBox="1"/>
          <p:nvPr/>
        </p:nvSpPr>
        <p:spPr>
          <a:xfrm>
            <a:off x="14021768" y="2491997"/>
            <a:ext cx="17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words</a:t>
            </a:r>
            <a:endParaRPr lang="en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C0753DF7-0AEE-A236-51A8-2365D6A49836}"/>
              </a:ext>
            </a:extLst>
          </p:cNvPr>
          <p:cNvSpPr/>
          <p:nvPr/>
        </p:nvSpPr>
        <p:spPr>
          <a:xfrm>
            <a:off x="9105179" y="2419341"/>
            <a:ext cx="1979982" cy="857192"/>
          </a:xfrm>
          <a:prstGeom prst="roundRect">
            <a:avLst>
              <a:gd name="adj" fmla="val 11373"/>
            </a:avLst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86923FE-C951-87EB-50C1-B3895A0DA271}"/>
              </a:ext>
            </a:extLst>
          </p:cNvPr>
          <p:cNvSpPr/>
          <p:nvPr/>
        </p:nvSpPr>
        <p:spPr>
          <a:xfrm rot="5400000">
            <a:off x="10276322" y="2573129"/>
            <a:ext cx="321993" cy="329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401F606-C47C-3C11-A2F8-813EA60E7D01}"/>
              </a:ext>
            </a:extLst>
          </p:cNvPr>
          <p:cNvSpPr/>
          <p:nvPr/>
        </p:nvSpPr>
        <p:spPr>
          <a:xfrm rot="5400000">
            <a:off x="9922421" y="2573127"/>
            <a:ext cx="321993" cy="329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FD5B1E4-C00D-D73D-319C-EE0D9BF7A8A9}"/>
              </a:ext>
            </a:extLst>
          </p:cNvPr>
          <p:cNvSpPr/>
          <p:nvPr/>
        </p:nvSpPr>
        <p:spPr>
          <a:xfrm rot="5400000">
            <a:off x="9568520" y="2573127"/>
            <a:ext cx="321993" cy="3290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DF4A9ABA-2D4A-6D4D-079B-CA20AE62C69B}"/>
              </a:ext>
            </a:extLst>
          </p:cNvPr>
          <p:cNvSpPr/>
          <p:nvPr/>
        </p:nvSpPr>
        <p:spPr>
          <a:xfrm rot="5400000">
            <a:off x="9214620" y="2573127"/>
            <a:ext cx="321993" cy="3290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CE3FE0C-5239-3105-BA19-9B42B608D90E}"/>
              </a:ext>
            </a:extLst>
          </p:cNvPr>
          <p:cNvSpPr/>
          <p:nvPr/>
        </p:nvSpPr>
        <p:spPr>
          <a:xfrm rot="5400000">
            <a:off x="10630223" y="2573127"/>
            <a:ext cx="321993" cy="3290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E20ABB5-4F3A-AF36-6D2A-F6B011313033}"/>
              </a:ext>
            </a:extLst>
          </p:cNvPr>
          <p:cNvSpPr txBox="1"/>
          <p:nvPr/>
        </p:nvSpPr>
        <p:spPr>
          <a:xfrm>
            <a:off x="9148140" y="2907201"/>
            <a:ext cx="19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features</a:t>
            </a:r>
          </a:p>
        </p:txBody>
      </p:sp>
      <p:sp>
        <p:nvSpPr>
          <p:cNvPr id="195" name="Right Arrow 194">
            <a:extLst>
              <a:ext uri="{FF2B5EF4-FFF2-40B4-BE49-F238E27FC236}">
                <a16:creationId xmlns:a16="http://schemas.microsoft.com/office/drawing/2014/main" id="{1A29F51C-B891-28B0-0523-658A7A8005F0}"/>
              </a:ext>
            </a:extLst>
          </p:cNvPr>
          <p:cNvSpPr/>
          <p:nvPr/>
        </p:nvSpPr>
        <p:spPr>
          <a:xfrm>
            <a:off x="8439168" y="2696676"/>
            <a:ext cx="552875" cy="221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5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140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a53657</dc:creator>
  <cp:lastModifiedBy>a53657</cp:lastModifiedBy>
  <cp:revision>4</cp:revision>
  <dcterms:created xsi:type="dcterms:W3CDTF">2026-06-17T21:03:54Z</dcterms:created>
  <dcterms:modified xsi:type="dcterms:W3CDTF">2026-06-19T13:17:53Z</dcterms:modified>
</cp:coreProperties>
</file>